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914400"/>
            <a:ext cx="128016" cy="438912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060704"/>
            <a:ext cx="420624" cy="128016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  ·  RAG  ·  DATA VALIDATION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Report RAG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Summarization System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clinical documentation: automated data-quality validation, RAG-grounded summaries, persistent patient records, and a hallucination-safe chatbot.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2926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ChromaDB  ·  OpenRouter LLM  · 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capabilities across ingestion, validation, retrieval, and conversation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1A3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2432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Multi-Format Ingestion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99008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extracts text from TXT, PDF, and Excel medical reports.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1A3A3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194767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1947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262432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Data Validation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2584" y="299008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reports with invalid patient names or an age outside 0–120 before any processing.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1A3A3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194767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1947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9056" y="262432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Summaries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9056" y="299008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matching hospital protocols from ChromaDB to inform every generated summary.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1A3A3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37083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70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" y="50474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Storage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541324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report and summary into a patient_records vector collection on demand.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16552" y="41148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1A3A3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37083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4370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72584" y="50474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Clinical Chatbot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72584" y="541324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the uploaded report — replies ‘not available’ rather than guessing.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41148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1A3A3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49056" y="437083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4370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49056" y="50474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Logging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49056" y="541324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validation, generation, and save event is written to system_pipeline.log.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The Processing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file upload to a physician-ready, guideline-grounded summary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0596" y="2148840"/>
            <a:ext cx="1783080" cy="1920240"/>
          </a:xfrm>
          <a:prstGeom prst="roundRect">
            <a:avLst>
              <a:gd name="adj" fmla="val 4615"/>
            </a:avLst>
          </a:prstGeom>
          <a:solidFill>
            <a:srgbClr val="F4F9F8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5248" y="2350008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95248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0324" y="299008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&amp; Extract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0324" y="347472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PDF / Excel → raw report 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2543404" y="2980944"/>
            <a:ext cx="256032" cy="256032"/>
          </a:xfrm>
          <a:prstGeom prst="triangle">
            <a:avLst/>
          </a:prstGeom>
          <a:solidFill>
            <a:srgbClr val="C9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2927452" y="2148840"/>
            <a:ext cx="1783080" cy="1920240"/>
          </a:xfrm>
          <a:prstGeom prst="roundRect">
            <a:avLst>
              <a:gd name="adj" fmla="val 4615"/>
            </a:avLst>
          </a:prstGeom>
          <a:solidFill>
            <a:srgbClr val="F4F9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2104" y="235000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572104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37180" y="299008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7180" y="347472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age checked against rules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20260" y="2980944"/>
            <a:ext cx="256032" cy="256032"/>
          </a:xfrm>
          <a:prstGeom prst="triangle">
            <a:avLst/>
          </a:prstGeom>
          <a:solidFill>
            <a:srgbClr val="C9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5204308" y="2148840"/>
            <a:ext cx="1783080" cy="1920240"/>
          </a:xfrm>
          <a:prstGeom prst="roundRect">
            <a:avLst>
              <a:gd name="adj" fmla="val 4615"/>
            </a:avLst>
          </a:prstGeom>
          <a:solidFill>
            <a:srgbClr val="F4F9F8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48960" y="2350008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848960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14036" y="299008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14036" y="347472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hospital_kb in ChromaDB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5400000">
            <a:off x="7097116" y="2980944"/>
            <a:ext cx="256032" cy="256032"/>
          </a:xfrm>
          <a:prstGeom prst="triangle">
            <a:avLst/>
          </a:prstGeom>
          <a:solidFill>
            <a:srgbClr val="C9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7481164" y="2148840"/>
            <a:ext cx="1783080" cy="1920240"/>
          </a:xfrm>
          <a:prstGeom prst="roundRect">
            <a:avLst>
              <a:gd name="adj" fmla="val 4615"/>
            </a:avLst>
          </a:prstGeom>
          <a:solidFill>
            <a:srgbClr val="F4F9F8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5816" y="2350008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125816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90892" y="299008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Summary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90892" y="347472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via OpenRouter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5400000">
            <a:off x="9373972" y="2980944"/>
            <a:ext cx="256032" cy="256032"/>
          </a:xfrm>
          <a:prstGeom prst="triangle">
            <a:avLst/>
          </a:prstGeom>
          <a:solidFill>
            <a:srgbClr val="C9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9758020" y="2148840"/>
            <a:ext cx="1783080" cy="1920240"/>
          </a:xfrm>
          <a:prstGeom prst="roundRect">
            <a:avLst>
              <a:gd name="adj" fmla="val 4615"/>
            </a:avLst>
          </a:prstGeom>
          <a:solidFill>
            <a:srgbClr val="F4F9F8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2672" y="235000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10402672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67748" y="299008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&amp; Chat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67748" y="3474720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record, answer questions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34640" y="457200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BEAE8"/>
          </a:solidFill>
          <a:ln w="9525">
            <a:solidFill>
              <a:srgbClr val="C445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4572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fails validation  →  report rejected, never enters the RAG pipeline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is written to system_pipeline.log for full traceability.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Rules &amp;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LLM unless it first passes strict validation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23560" cy="4343400"/>
          </a:xfrm>
          <a:prstGeom prst="roundRect">
            <a:avLst>
              <a:gd name="adj" fmla="val 1895"/>
            </a:avLst>
          </a:prstGeom>
          <a:solidFill>
            <a:srgbClr val="F4F9F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0120" y="254203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140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only — digits or symbols reject the file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0723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9443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 whole number between 0 and 120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6027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474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name or age → immediate rejection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215384"/>
            <a:ext cx="4983480" cy="777240"/>
          </a:xfrm>
          <a:prstGeom prst="roundRect">
            <a:avLst>
              <a:gd name="adj" fmla="val 8235"/>
            </a:avLst>
          </a:prstGeom>
          <a:solidFill>
            <a:srgbClr val="E4F5F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9826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Salem Ahmed, Age: 45</a:t>
            </a:r>
            <a:pPr indent="0" marL="0">
              <a:buNone/>
            </a:pPr>
            <a:r>
              <a:rPr lang="en-US" sz="1200" dirty="0">
                <a:solidFill>
                  <a:srgbClr val="1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Validation Passed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5129784"/>
            <a:ext cx="4983480" cy="777240"/>
          </a:xfrm>
          <a:prstGeom prst="roundRect">
            <a:avLst>
              <a:gd name="adj" fmla="val 8235"/>
            </a:avLst>
          </a:prstGeom>
          <a:solidFill>
            <a:srgbClr val="FBEAE8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31266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Salem123, Age: 150</a:t>
            </a:r>
            <a:pPr indent="0" marL="0">
              <a:buNone/>
            </a:pPr>
            <a:r>
              <a:rPr lang="en-US" sz="120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Rejected (invalid name + age)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737360"/>
            <a:ext cx="4967935" cy="4343400"/>
          </a:xfrm>
          <a:prstGeom prst="roundRect">
            <a:avLst>
              <a:gd name="adj" fmla="val 1895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993392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03720" y="25603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150608" y="2423160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50608" y="269748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32644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150608" y="3127248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0608" y="3401568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 hospital_kb + patient_records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3968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7150608" y="3831336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50608" y="4105656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(gpt-4o-mini)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3720" y="46725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7150608" y="4535424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/ pandas / openpyxl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0608" y="4809744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text extraction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03720" y="5376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150608" y="5239512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logging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50608" y="5513832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system_pipeline.log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safer, faster, and fully auditable path from raw report to clinical decision support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5168" y="214884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07474D"/>
          </a:solidFill>
          <a:ln/>
        </p:spPr>
      </p:sp>
      <p:sp>
        <p:nvSpPr>
          <p:cNvPr id="7" name="Text 5"/>
          <p:cNvSpPr/>
          <p:nvPr/>
        </p:nvSpPr>
        <p:spPr>
          <a:xfrm>
            <a:off x="929488" y="2377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29488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Tolerance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29488" y="36850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answers strictly from the uploaded report, or states the information isn't available.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4208" y="214884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07474D"/>
          </a:solidFill>
          <a:ln/>
        </p:spPr>
      </p:sp>
      <p:sp>
        <p:nvSpPr>
          <p:cNvPr id="11" name="Text 9"/>
          <p:cNvSpPr/>
          <p:nvPr/>
        </p:nvSpPr>
        <p:spPr>
          <a:xfrm>
            <a:off x="4678528" y="2377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78528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Events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78528" y="36850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acceptance, rejection, summary, and save is timestamped in system_pipeline.log.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3248" y="214884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07474D"/>
          </a:solidFill>
          <a:ln/>
        </p:spPr>
      </p:sp>
      <p:sp>
        <p:nvSpPr>
          <p:cNvPr id="15" name="Text 13"/>
          <p:cNvSpPr/>
          <p:nvPr/>
        </p:nvSpPr>
        <p:spPr>
          <a:xfrm>
            <a:off x="8427568" y="2377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Sec.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27568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27568" y="36850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Guideline-grounded clinical summaries generated in seconds, not minutes.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5168" y="5623560"/>
            <a:ext cx="2743200" cy="0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168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report to physician-ready summary — validated, grounded, and audit-ready.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2026-08-20T11:36:59Z</dcterms:created>
  <dcterms:modified xsi:type="dcterms:W3CDTF">2026-08-20T11:36:59Z</dcterms:modified>
</cp:coreProperties>
</file>